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2382de87064b4d" /><Relationship Type="http://schemas.openxmlformats.org/officeDocument/2006/relationships/extended-properties" Target="/docProps/app.xml" Id="R25d4f0377e0842fc" /><Relationship Type="http://schemas.openxmlformats.org/officeDocument/2006/relationships/officeDocument" Target="/ppt/presentation.xml" Id="Rae23707f741f43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88edf4d58b4ae6"/>
  </p:sldMasterIdLst>
  <p:notesMasterIdLst>
    <p:notesMasterId xmlns:r="http://schemas.openxmlformats.org/officeDocument/2006/relationships" r:id="R79c0d4b9e8254a49"/>
  </p:notesMasterIdLst>
  <p:sldIdLst>
    <p:sldId xmlns:r="http://schemas.openxmlformats.org/officeDocument/2006/relationships" id="256" r:id="Rce957faf7f85461d"/>
    <p:sldId xmlns:r="http://schemas.openxmlformats.org/officeDocument/2006/relationships" id="257" r:id="Rd71c8d0ed4aa41fa"/>
    <p:sldId xmlns:r="http://schemas.openxmlformats.org/officeDocument/2006/relationships" id="258" r:id="R4df0bd8814c24177"/>
    <p:sldId xmlns:r="http://schemas.openxmlformats.org/officeDocument/2006/relationships" id="259" r:id="Re2b60cd4b39e4ffc"/>
    <p:sldId xmlns:r="http://schemas.openxmlformats.org/officeDocument/2006/relationships" id="260" r:id="R1b58f5b52be54296"/>
    <p:sldId xmlns:r="http://schemas.openxmlformats.org/officeDocument/2006/relationships" id="261" r:id="Rbe6f811251144386"/>
    <p:sldId xmlns:r="http://schemas.openxmlformats.org/officeDocument/2006/relationships" id="262" r:id="R527b3ac056894bee"/>
    <p:sldId xmlns:r="http://schemas.openxmlformats.org/officeDocument/2006/relationships" id="263" r:id="R4172e1fa1fff4a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589590d2424ae1" /><Relationship Type="http://schemas.openxmlformats.org/officeDocument/2006/relationships/slideMaster" Target="/ppt/slideMasters/slideMaster1.xml" Id="Rf888edf4d58b4ae6" /><Relationship Type="http://schemas.openxmlformats.org/officeDocument/2006/relationships/notesMaster" Target="/ppt/notesMasters/notesMaster1.xml" Id="R79c0d4b9e8254a49" /><Relationship Type="http://schemas.openxmlformats.org/officeDocument/2006/relationships/presProps" Target="/ppt/presProps.xml" Id="R75528fe0c0664b76" /><Relationship Type="http://schemas.openxmlformats.org/officeDocument/2006/relationships/tableStyles" Target="/ppt/tableStyles.xml" Id="R8dbba24a7b584747" /><Relationship Type="http://schemas.openxmlformats.org/officeDocument/2006/relationships/slide" Target="/ppt/slides/slide1.xml" Id="Rce957faf7f85461d" /><Relationship Type="http://schemas.openxmlformats.org/officeDocument/2006/relationships/slide" Target="/ppt/slides/slide2.xml" Id="Rd71c8d0ed4aa41fa" /><Relationship Type="http://schemas.openxmlformats.org/officeDocument/2006/relationships/slide" Target="/ppt/slides/slide3.xml" Id="R4df0bd8814c24177" /><Relationship Type="http://schemas.openxmlformats.org/officeDocument/2006/relationships/slide" Target="/ppt/slides/slide4.xml" Id="Re2b60cd4b39e4ffc" /><Relationship Type="http://schemas.openxmlformats.org/officeDocument/2006/relationships/slide" Target="/ppt/slides/slide5.xml" Id="R1b58f5b52be54296" /><Relationship Type="http://schemas.openxmlformats.org/officeDocument/2006/relationships/slide" Target="/ppt/slides/slide6.xml" Id="Rbe6f811251144386" /><Relationship Type="http://schemas.openxmlformats.org/officeDocument/2006/relationships/slide" Target="/ppt/slides/slide7.xml" Id="R527b3ac056894bee" /><Relationship Type="http://schemas.openxmlformats.org/officeDocument/2006/relationships/slide" Target="/ppt/slides/slide8.xml" Id="R4172e1fa1fff4a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0eae5bf9614d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3123eb26de4458" /><Relationship Type="http://schemas.openxmlformats.org/officeDocument/2006/relationships/notesMaster" Target="/ppt/notesMasters/notesMaster1.xml" Id="R7744ac92f8f14c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a718e4d56a4ca4" /><Relationship Type="http://schemas.openxmlformats.org/officeDocument/2006/relationships/notesMaster" Target="/ppt/notesMasters/notesMaster1.xml" Id="R5a7d49920d664d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f3d246af5a466a" /><Relationship Type="http://schemas.openxmlformats.org/officeDocument/2006/relationships/notesMaster" Target="/ppt/notesMasters/notesMaster1.xml" Id="R4044698b3b8f4e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d8b95b25ea4526" /><Relationship Type="http://schemas.openxmlformats.org/officeDocument/2006/relationships/notesMaster" Target="/ppt/notesMasters/notesMaster1.xml" Id="R7349b62b992340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654d343d384215" /><Relationship Type="http://schemas.openxmlformats.org/officeDocument/2006/relationships/notesMaster" Target="/ppt/notesMasters/notesMaster1.xml" Id="R38728729f0714f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a150ef69004a99" /><Relationship Type="http://schemas.openxmlformats.org/officeDocument/2006/relationships/notesMaster" Target="/ppt/notesMasters/notesMaster1.xml" Id="R7ba7d99e7b0249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d3825631cb42f2" /><Relationship Type="http://schemas.openxmlformats.org/officeDocument/2006/relationships/notesMaster" Target="/ppt/notesMasters/notesMaster1.xml" Id="Rded8bba338e742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630724ed84478e" /><Relationship Type="http://schemas.openxmlformats.org/officeDocument/2006/relationships/notesMaster" Target="/ppt/notesMasters/notesMaster1.xml" Id="R480b28955da347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33899f2504f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f237d13fd94bbb" /><Relationship Type="http://schemas.openxmlformats.org/officeDocument/2006/relationships/slideLayout" Target="/ppt/slideLayouts/slideLayout1.xml" Id="R8ca5a2a0186947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a5a2a0186947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e5245878845e6" /><Relationship Type="http://schemas.openxmlformats.org/officeDocument/2006/relationships/notesSlide" Target="/ppt/notesSlides/notesSlide1.xml" Id="Ra603411ec32749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ceb01c3524197" /><Relationship Type="http://schemas.openxmlformats.org/officeDocument/2006/relationships/notesSlide" Target="/ppt/notesSlides/notesSlide2.xml" Id="R45c756ff1cfd4a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c6e06e736499d" /><Relationship Type="http://schemas.openxmlformats.org/officeDocument/2006/relationships/notesSlide" Target="/ppt/notesSlides/notesSlide3.xml" Id="R040375f73d5d4f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35bfdb5984646" /><Relationship Type="http://schemas.openxmlformats.org/officeDocument/2006/relationships/notesSlide" Target="/ppt/notesSlides/notesSlide4.xml" Id="R60997bd736614b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ea61283444918" /><Relationship Type="http://schemas.openxmlformats.org/officeDocument/2006/relationships/notesSlide" Target="/ppt/notesSlides/notesSlide5.xml" Id="R6d50324908a449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e57fc391a4a98" /><Relationship Type="http://schemas.openxmlformats.org/officeDocument/2006/relationships/notesSlide" Target="/ppt/notesSlides/notesSlide6.xml" Id="R1c6a610c886642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510143fef4cc9" /><Relationship Type="http://schemas.openxmlformats.org/officeDocument/2006/relationships/notesSlide" Target="/ppt/notesSlides/notesSlide7.xml" Id="R3642dd9f3e0941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76848ae1d481f" /><Relationship Type="http://schemas.openxmlformats.org/officeDocument/2006/relationships/notesSlide" Target="/ppt/notesSlides/notesSlide8.xml" Id="R48117009d62f46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EB1382-7374-4144-AB67-723F4BF8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6A189-FDA2-44A0-95F4-3BA91AD6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TEAM SYNC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5502F-C1F3-4AE7-AF00-C8B104EC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AI Team Sync 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F5668-CECA-4D43-BFBD-F85A8AF5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작업 로그, GitHub 진행, Notion 문서, AI 요약을 한 화면에서 연결하는 팀 동기화 보드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B02C2-0150-42A8-9A0D-7AADD080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C190A-2F81-44F7-8EF9-726565E9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Work Logs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A648F-7425-4BCA-9963-93A73B5A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3850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ECFE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EEDAA-C126-452F-8EB0-A96E53EF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147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GitHub + Notion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D66F6-9D25-455C-880D-07746F9D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385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DFFAF-CF43-4B44-B656-D2354FC6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147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RAG Ask Docs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1A2E1-E0EB-481C-95E1-407A735A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23950"/>
            <a:ext cx="3314700" cy="3981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2C7AE-EA43-4BFF-B22F-654B1E9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04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Service Lens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DB47C-5EAA-4D4F-89B9-0499168D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62150"/>
            <a:ext cx="2628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6309F-C18C-4951-8BB4-C5E4BFD8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336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514A7-0D1B-4072-9C37-025E6E5C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28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프로젝트 상태를 보는 대시보드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09EC7-950C-453C-8C35-4960F031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9450"/>
            <a:ext cx="2628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B8C624-3A09-4DA5-96F1-3C7ADDA4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909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91B2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91B2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87B5B-803D-4135-8234-96534ADA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86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연결 데이터: Board, GitHub, Notion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6481D2-56A1-425B-A4F4-C5D6B70A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Presentation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8DC083-819C-4620-AC36-AF56A54F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local repository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EDADB-5095-4292-9B6F-56520E7A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9280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2EB88A-BCB0-44BD-9FC7-3B829593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TEAM SYNC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80311-ED4B-47A5-9089-1B74CE1B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왜 필요한가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FEF06-9D5E-456E-9D4D-3793A444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팀 작업 상태가 여러 도구에 흩어질수록 오늘 해야 할 일을 판단하기 어려워집니다.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11797-9517-4EA6-904B-1B4DEFE9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857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C4F5E-A382-40B8-8B57-D8A361D2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Pain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B4233-A942-4DED-94DB-57C35C23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90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BDAF5-0BDF-488A-BCF5-4A1277B7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241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작업 맥락 분산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A6DE4-1340-42A2-B5A1-80D8C788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81325"/>
            <a:ext cx="3676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업무 기록은 보드에, 개발 상황은 GitHub에, 정책과 기획은 Notion에 흩어집니다.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883A6-9682-46BA-A9E9-28D577C4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BEBA5-1AB1-4ED4-82BD-3B95CE58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0520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상태 파악 비용 증가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B25A7-C3F9-46F5-B4AC-A8DB6360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62375"/>
            <a:ext cx="3676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매일 회의 전에 로그, PR, 문서를 각각 열어 확인해야 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CBD54-6025-4A42-B33C-BAA063DD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2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AB5BE-2128-46B0-A2AE-6FFD7433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862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AI 요약의 근거 부족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6E085C-5D3B-4A35-913C-76C98822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43425"/>
            <a:ext cx="3676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요약만 있으면 빠르지만, 실제 작업 로그와 문서 근거가 함께 필요합니다.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55836-588F-49AC-B2FC-F8E7EE0B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4572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CACCE-C809-4F34-9031-3A52E930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Service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0B4FB-A45F-4C9E-B7B2-9FAECD3F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352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하나의 보드에서 작업을 기록하고, 외부 개발/문서 신호를 모아, AI가 오늘의 우선순위와 팀 진행 상황을 정리합니다.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A68BD-6A0D-4347-9FFC-162828B8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EDD2F-0F84-436A-BBC8-95584CFC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053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한눈에 보기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4DE37E-E794-4CFD-9651-05088161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18C60-0058-43EE-B4B9-9F8F1E55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053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근거 기반 요약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EB7E3-13B3-4289-8C19-B6D2453B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29100"/>
            <a:ext cx="1219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9C19B-0875-4A93-BE02-AA075E9B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053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반복 확인 감소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18DA29-7B90-4942-9F03-77154F49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local repository 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5A9F1B-4AE1-4074-AC7B-276EAB9B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69282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FA3EE7-702F-43F9-A68E-73433369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TEAM SYNC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4C6CA-BB9D-4A34-A230-AD068491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주요 기능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BE6EC-931F-46F7-B2F2-0BD1A5FB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서비스는 작업 관리, 외부 연동, 문서 검색, AI 요약을 하나의 운영 화면으로 묶습니다.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86934-7F8B-4AB2-8E97-B888588E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143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9543D-DC1C-40C0-B5B3-011F4CDD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E853E-4464-449E-BBF2-F41EE821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오늘 할 일, 상태 지표, 최근 활동을 빠르게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5FC6C-E883-4FFD-9835-89A035C9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3143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84E34-BACC-45F8-9482-48018FDA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Work Logs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FDBFD-9CE3-4AAB-B816-41D6621E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46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작업 생성/수정/상세, 상태/우선순위/태그 기반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9239D-9876-41E2-B834-03E7C76D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143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FA9F4-94A4-4763-A1D1-7A431785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43A50-324A-4D7F-B3BA-DE492B00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146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이슈, PR, 커밋을 프로젝트 신호로 수집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3A605-7C50-48B9-BAFB-49948372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143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DB11F-9690-41BE-B0B3-E16B1DF8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Notion Docs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06965-A2E7-4407-88CB-722131C8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문서 목록과 상세 내용을 확인하고 RAG 소스로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1EC79-1A7C-401C-B6E9-59D0EADE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3143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590DA-4F3B-42EC-B58D-D737160B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Ask Docs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3BD87-4766-4866-9582-A0582878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100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동기화된 문서와 작업 로그에서 근거 기반 질의응답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CC47A-92E9-4AE2-AA52-88A1DBC0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19500"/>
            <a:ext cx="3143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16536-DCC6-4FE1-A9BC-0774A309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29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AI Summaries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C8D66-A01E-499B-9BA4-F5746619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100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오늘 할 일과 팀 진행 상황을 JSON 기반으로 생성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495F19-CBBE-4F13-B3CA-508FBA1D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local repository 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86DA0-13D2-400F-87C2-86A5988E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6048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FBE365-B5BC-453A-9EA3-8B7A48C3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TEAM SYNC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22223-AE30-4B35-A359-C3175435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사용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ADCCC-88E0-419D-8985-36E13825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사용자는 작업을 남기고, 연결된 신호를 확인한 뒤, AI 요약이나 문서 질의로 다음 행동을 정합니다.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37B2F-C0C0-41DA-AD52-04356013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000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4B209-F1C8-4FA3-B9E7-8483C3CE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781C4-EDD7-41CA-99A9-6CA94B21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사용자 인증 및 내 정보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23C55-8719-4CE4-8617-2AFE844D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53743-47A2-4096-B159-E5AB1A07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00350"/>
            <a:ext cx="419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20B79-F639-4FAB-8A61-16E53AD4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24100"/>
            <a:ext cx="2000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7880F-D05B-4A01-AF00-08BCF9A2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765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Work 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2327A-9A54-4090-B98F-B7919F8B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8130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작업 상태, 우선순위, 마감, 태그 기록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5DA67-4624-469A-9E73-1A3A3008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621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AEEB3-49A3-425C-8748-CC1DA299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800350"/>
            <a:ext cx="419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335D9-E625-4F2A-9E79-11AB765E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24100"/>
            <a:ext cx="2000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73505-2255-4BD9-A7AE-43553233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Signals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3A9F7-C818-49E2-A09A-10B47024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GitHub / Notion / Board 데이터를 한곳에 모음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B3737-C659-4D91-AE70-BB6A4415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43379-17BD-48EC-A804-A9889D6B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0350"/>
            <a:ext cx="419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CB00C-A5F2-4642-8359-2DC3D254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24100"/>
            <a:ext cx="2000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25648-A981-4FD7-A40C-D360F63E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765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899670-6089-4042-AA4D-94F0DDA6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8130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오늘 할 일 생성 또는 Ask Docs 질의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D2DEED-EA83-4627-BE88-0903E0B9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9621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DE837A-0025-48FC-AF72-748DAE21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5800"/>
            <a:ext cx="9334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DBFCE0-0751-491F-B510-5C4FBAE7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24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결과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2F98A-F9A3-4586-9042-CBFFA6BD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3392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회의 전 확인 시간이 줄고, 막힌 작업과 다음 행동을 더 빠르게 공유할 수 있습니다.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DD6ED8-846D-468A-B58A-B678724A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local repository code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9B63A7-6EB3-4090-AE7E-FD4E0D21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785833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402400-2EB2-478C-B7A8-C73FDA83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TEAM SYNC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5A38D-E9D5-4893-91FA-2EAD66EA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서비스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A4FD2-9ABE-4784-8004-2C11FE83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React 프론트엔드, FastAPI 백엔드, PostgreSQL/pgvector 저장소, 외부 API와 LLM 계층으로 구성됩니다.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E84BF-FCEC-481B-B3CA-F330136F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476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1AA62-7ACE-4235-9843-D16746E9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React + Vite Frontend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3E166-A724-4DFE-A1D3-4AA34E0F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13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Work Logs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GitHub / Notion / Ask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CD450-0B04-42C5-B302-E5F1EDDB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4320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BEBAD-2D29-4623-9EC8-C2F1F17C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62150"/>
            <a:ext cx="27241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331E1-8B67-4F2F-9200-0B62B3B4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14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FastAPI 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8E215-E1E8-457C-8BBA-1C264E48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19350"/>
            <a:ext cx="23812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Auth / Posts API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Integration Routers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Router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162E3-2D2C-4636-9E05-ABD2C578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4320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02FD5-8B37-4225-B944-CE6566B6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29146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04255-C5E2-4D7A-9E0C-615CC321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145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External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B3F80-1A02-4724-9DEC-F94C8816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2571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GitHub REST API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Notion API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OpenAI / LLM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D65D6-545C-484A-9413-54B75C6F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91000"/>
            <a:ext cx="400050" cy="666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3B781-185D-4ECB-AF03-0F370DE9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53000"/>
            <a:ext cx="2724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5DC80-3FBE-4A3A-A92A-CF1EF252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05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PostgreSQL + pgvector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5DA757-FB2D-4C2D-BB73-35256B3D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102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users, posts, comments, tags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document_embeddings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vector similarity 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651B6-58D0-4A09-9644-6EF4B51B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53000"/>
            <a:ext cx="29146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FBEA6-D68F-4A6D-B349-0D6DD17B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62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Data Sources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AC8C6A-2FC1-4EDC-B28A-996061CF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673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Board posts, Notion docs, GitHub issues, PRs, commits, git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C58391-510D-4566-BAE9-8888C816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local repository 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71D70-1032-4ADA-9589-C4CCF018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43628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F325B1-6D96-40C5-A8C2-C4866A97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TEAM SYNC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DB51A-E76A-4DF5-A892-ADD4C811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AI / RAG 동작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89B42-B845-40CA-8B3E-DBF563D2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문서와 작업 로그를 동기화해 임베딩 저장소를 만들고, 질문 시 근거 chunk를 검색해 답변합니다.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37DA9-7E67-4320-A979-23723007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095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533E3-10E9-4288-9B1F-49ED6290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Sync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4E25D-B9DF-4F25-BB22-CBA6C139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752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Notion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Board Posts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GitHub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Git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04C21-262C-49C2-AFA2-213BBD58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432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A5370-9209-4A54-B4E8-7CDF1675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14550"/>
            <a:ext cx="2095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1B282-71B7-4B2D-9971-54F8AB8A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669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Chunk &amp; Embed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9C10D-4AD6-48DF-8274-4665B159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71750"/>
            <a:ext cx="1752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문서를 작은 단위로 나누고 embedding 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B5CF4-AB68-4504-8B35-54C5AA54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432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7D702-7B6B-44DB-B663-676ED64E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095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85249-D03A-455F-B04E-01AD7E6B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pgvector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3AFE4-9685-4F6C-8191-AACBEE23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1752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질문 embedding과 유사한 근거 검색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23FA8-A1C5-4460-B7A9-76285A4E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432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83278-FC68-497A-821B-AE0F320D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14550"/>
            <a:ext cx="2095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6B6E5-96B4-44CE-9A67-A3A294A4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669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Answer / Summary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5A4A7-1FF4-4190-B904-7DD90397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752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근거 기반 Ask Docs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오늘 할 일 / 팀 요약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F7DD6-CD06-4D87-8323-6FF44B47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96774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1CEF5-0188-4A68-9313-41A544BB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29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핵심 설계 포인트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D66FE-898F-4731-AB9B-CC8EA09F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7205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AI가 단독으로 추측하지 않고, 동기화된 문서/작업 로그/GitHub 신호를 검색 근거로 사용하도록 구성했습니다.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6A0FF9-587E-4A85-8AFB-A7D2DBC9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local repository 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4DDE1-2985-469D-9F5C-7323278C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327115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216217-84D9-4E93-B981-047AD9E1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TEAM SYNC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C2AB4-F109-4C7D-B3BA-B4A8B4EB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데이터와 API 표면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8B114-1FE0-47DE-A6CC-0F67DCD9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기능별 API가 분리되어 있고, 프론트엔드는 페이지별 API client를 통해 백엔드와 통신합니다.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D8FDA-CC1A-4F9A-8457-531DDBD0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190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84C90-EB7A-4E1D-89FF-2F0D079E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Auth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E5C0E-B455-4023-8600-17D04712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/auth/signup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/auth/login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/auth/me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99FF8-2BD9-42FF-9DC1-E8AC44A7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190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14D01-2E6B-4633-8F39-58CE0254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81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2FDB3-7A67-459F-BFB1-65A21F28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/posts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/posts/{id}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comments / tags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45DB5-28DD-4170-9249-F6532BDE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190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39FC5-1223-47D8-971A-0A5ACCC3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23C20-4E16-4D04-9985-DCDFF2D7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/integrations/github/*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/integrations/notion/*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04328-22B1-4905-933C-A1F57EAE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190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4602C-8ECE-4530-9EFF-F5DCDD5D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81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DBCE5-44C5-4B72-B46F-A0955C6D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/ai/today-briefing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/ai/team-summary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/ai/sync-documents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/ai/ask-docs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ACABD-F4A7-4BE7-8045-02020DCD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F936E-4F5F-4325-B1D0-93EF55E8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PostgreSQL stores users, work logs, tags, comments, Notion/GitHub-derived RAG chunks, and vector embeddings.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39882-BA7A-477C-A3EF-472DA5EE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local repository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2CCEBF-97FB-4C34-B003-2760A6CA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09001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2AD4D8-57F3-48EF-9402-AB966A1F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TEAM SYNC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DB9F2-04B9-490D-A5E4-C1759989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기대 효과와 확장 방향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FBAFE-7ADC-4449-814C-0CB9AC69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현재 서비스는 팀 동기화의 반복 비용을 줄이고, 이후 자동화/권한/알림으로 확장하기 쉽습니다.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C84EE-7A88-44B9-AFAD-DFB95C96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2857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A2532-26B1-4ACB-9035-93D79011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Scan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77DD0-8CCA-4C96-B07B-80024DD2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상태 확인 시간을 줄이는 대시보드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DC0C9-9A38-48E1-A3A9-8C99C7D9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52650"/>
            <a:ext cx="2857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092B4-5482-4395-82B9-006476C4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24100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91B2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91B2"/>
                </a:solidFill>
                <a:latin typeface="Aptos Display"/>
                <a:ea typeface="Aptos Display"/>
                <a:cs typeface="Aptos Display"/>
              </a:rPr>
              <a:t>Ground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8BC07-2D9E-4B52-9BC7-077AA9DD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194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문서와 작업 로그를 근거로 하는 AI 답변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4CBFC-AB68-42F7-B8EF-92EFB3D2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52650"/>
            <a:ext cx="2857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D6093-E9C9-4FF6-B959-3A64A375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4100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822CE-DC6A-4F51-BD9E-7A4C8E75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194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오늘 할 일과 다음 행동을 바로 제안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504D2-22FD-495C-BDFF-D671B770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98E09A-0592-4334-A948-DA8DB133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672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07BD2-01C0-4BC6-BA35-816C9161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29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역할 기반 권한 강화, 팀별 필터/알림, 문서 동기화 스케줄링, PR 리뷰 자동 요약, 배포 상태 연동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6873D-6CCD-48FD-BDE2-852B24EB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local repository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56AAC-A9C0-4797-8367-085F4246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0016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2026-06-17T10:41:55.4990000Z</dcterms:created>
  <dcterms:modified xsi:type="dcterms:W3CDTF">2026-06-17T10:41:55.4990000Z</dcterms:modified>
</coreProperties>
</file>