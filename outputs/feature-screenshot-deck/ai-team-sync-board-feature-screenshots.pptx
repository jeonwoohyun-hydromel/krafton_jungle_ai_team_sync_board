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50a5fad5764533" /><Relationship Type="http://schemas.openxmlformats.org/officeDocument/2006/relationships/extended-properties" Target="/docProps/app.xml" Id="R199bde4064364dd7" /><Relationship Type="http://schemas.openxmlformats.org/officeDocument/2006/relationships/officeDocument" Target="/ppt/presentation.xml" Id="R1d44656966f34f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0794d43dfb4ffb"/>
  </p:sldMasterIdLst>
  <p:notesMasterIdLst>
    <p:notesMasterId xmlns:r="http://schemas.openxmlformats.org/officeDocument/2006/relationships" r:id="R1c8581e014b648a3"/>
  </p:notesMasterIdLst>
  <p:sldIdLst>
    <p:sldId xmlns:r="http://schemas.openxmlformats.org/officeDocument/2006/relationships" id="256" r:id="Rad6f37c20b124687"/>
    <p:sldId xmlns:r="http://schemas.openxmlformats.org/officeDocument/2006/relationships" id="257" r:id="R50a171ef8b8946c3"/>
    <p:sldId xmlns:r="http://schemas.openxmlformats.org/officeDocument/2006/relationships" id="258" r:id="R3d144975f9f94ed6"/>
    <p:sldId xmlns:r="http://schemas.openxmlformats.org/officeDocument/2006/relationships" id="259" r:id="R7651d218674c4d31"/>
    <p:sldId xmlns:r="http://schemas.openxmlformats.org/officeDocument/2006/relationships" id="260" r:id="R5d67c552e2b6476a"/>
    <p:sldId xmlns:r="http://schemas.openxmlformats.org/officeDocument/2006/relationships" id="261" r:id="Rea4ee93be3774dad"/>
    <p:sldId xmlns:r="http://schemas.openxmlformats.org/officeDocument/2006/relationships" id="262" r:id="R3beb0580deae48ac"/>
    <p:sldId xmlns:r="http://schemas.openxmlformats.org/officeDocument/2006/relationships" id="263" r:id="R0f3f9f1bc5c6499b"/>
    <p:sldId xmlns:r="http://schemas.openxmlformats.org/officeDocument/2006/relationships" id="264" r:id="Rd14a0cef31834de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62980b1a334a3b" /><Relationship Type="http://schemas.openxmlformats.org/officeDocument/2006/relationships/slideMaster" Target="/ppt/slideMasters/slideMaster1.xml" Id="R5d0794d43dfb4ffb" /><Relationship Type="http://schemas.openxmlformats.org/officeDocument/2006/relationships/notesMaster" Target="/ppt/notesMasters/notesMaster1.xml" Id="R1c8581e014b648a3" /><Relationship Type="http://schemas.openxmlformats.org/officeDocument/2006/relationships/presProps" Target="/ppt/presProps.xml" Id="Rfb564b37b1b343d7" /><Relationship Type="http://schemas.openxmlformats.org/officeDocument/2006/relationships/tableStyles" Target="/ppt/tableStyles.xml" Id="R3dda52a59e774d59" /><Relationship Type="http://schemas.openxmlformats.org/officeDocument/2006/relationships/slide" Target="/ppt/slides/slide1.xml" Id="Rad6f37c20b124687" /><Relationship Type="http://schemas.openxmlformats.org/officeDocument/2006/relationships/slide" Target="/ppt/slides/slide2.xml" Id="R50a171ef8b8946c3" /><Relationship Type="http://schemas.openxmlformats.org/officeDocument/2006/relationships/slide" Target="/ppt/slides/slide3.xml" Id="R3d144975f9f94ed6" /><Relationship Type="http://schemas.openxmlformats.org/officeDocument/2006/relationships/slide" Target="/ppt/slides/slide4.xml" Id="R7651d218674c4d31" /><Relationship Type="http://schemas.openxmlformats.org/officeDocument/2006/relationships/slide" Target="/ppt/slides/slide5.xml" Id="R5d67c552e2b6476a" /><Relationship Type="http://schemas.openxmlformats.org/officeDocument/2006/relationships/slide" Target="/ppt/slides/slide6.xml" Id="Rea4ee93be3774dad" /><Relationship Type="http://schemas.openxmlformats.org/officeDocument/2006/relationships/slide" Target="/ppt/slides/slide7.xml" Id="R3beb0580deae48ac" /><Relationship Type="http://schemas.openxmlformats.org/officeDocument/2006/relationships/slide" Target="/ppt/slides/slide8.xml" Id="R0f3f9f1bc5c6499b" /><Relationship Type="http://schemas.openxmlformats.org/officeDocument/2006/relationships/slide" Target="/ppt/slides/slide9.xml" Id="Rd14a0cef31834d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b0e6949b564e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441297eb2e44bf" /><Relationship Type="http://schemas.openxmlformats.org/officeDocument/2006/relationships/notesMaster" Target="/ppt/notesMasters/notesMaster1.xml" Id="R626e02638c3f42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6518db604d4d96" /><Relationship Type="http://schemas.openxmlformats.org/officeDocument/2006/relationships/notesMaster" Target="/ppt/notesMasters/notesMaster1.xml" Id="R2251cebd470a4c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f0f7c6bb88428e" /><Relationship Type="http://schemas.openxmlformats.org/officeDocument/2006/relationships/notesMaster" Target="/ppt/notesMasters/notesMaster1.xml" Id="Ra2196c7453bf4c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3d187d6e66463a" /><Relationship Type="http://schemas.openxmlformats.org/officeDocument/2006/relationships/notesMaster" Target="/ppt/notesMasters/notesMaster1.xml" Id="R1384ad9165524b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13dc52b9ee4d69" /><Relationship Type="http://schemas.openxmlformats.org/officeDocument/2006/relationships/notesMaster" Target="/ppt/notesMasters/notesMaster1.xml" Id="R5cf61b31774f48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52b23f0f984370" /><Relationship Type="http://schemas.openxmlformats.org/officeDocument/2006/relationships/notesMaster" Target="/ppt/notesMasters/notesMaster1.xml" Id="Rd738913c0bb94b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4491776676492c" /><Relationship Type="http://schemas.openxmlformats.org/officeDocument/2006/relationships/notesMaster" Target="/ppt/notesMasters/notesMaster1.xml" Id="Racf10538999744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aafc04a4c14d6f" /><Relationship Type="http://schemas.openxmlformats.org/officeDocument/2006/relationships/notesMaster" Target="/ppt/notesMasters/notesMaster1.xml" Id="R9a0f7f4700fd4d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4d747721024794" /><Relationship Type="http://schemas.openxmlformats.org/officeDocument/2006/relationships/notesMaster" Target="/ppt/notesMasters/notesMaster1.xml" Id="R0215b414708d4b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c4117af31847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af6980c2ac4795" /><Relationship Type="http://schemas.openxmlformats.org/officeDocument/2006/relationships/slideLayout" Target="/ppt/slideLayouts/slideLayout1.xml" Id="R4f021913937e47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021913937e47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598ad6bb541c1" /><Relationship Type="http://schemas.openxmlformats.org/officeDocument/2006/relationships/notesSlide" Target="/ppt/notesSlides/notesSlide1.xml" Id="R7d2b8236e5d945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25f8e62bb48c6" /><Relationship Type="http://schemas.openxmlformats.org/officeDocument/2006/relationships/notesSlide" Target="/ppt/notesSlides/notesSlide2.xml" Id="Rbd7d607e2e1549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ff2116a09472f" /><Relationship Type="http://schemas.openxmlformats.org/officeDocument/2006/relationships/notesSlide" Target="/ppt/notesSlides/notesSlide3.xml" Id="R85145fc506054a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84e4351744272" /><Relationship Type="http://schemas.openxmlformats.org/officeDocument/2006/relationships/notesSlide" Target="/ppt/notesSlides/notesSlide4.xml" Id="Rcba44e47374a42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d18b39c024d6d" /><Relationship Type="http://schemas.openxmlformats.org/officeDocument/2006/relationships/notesSlide" Target="/ppt/notesSlides/notesSlide5.xml" Id="R8278dfc944214f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2d9b93cd844d4" /><Relationship Type="http://schemas.openxmlformats.org/officeDocument/2006/relationships/notesSlide" Target="/ppt/notesSlides/notesSlide6.xml" Id="R8ad4dbb71b2049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aa41d44944f1d" /><Relationship Type="http://schemas.openxmlformats.org/officeDocument/2006/relationships/notesSlide" Target="/ppt/notesSlides/notesSlide7.xml" Id="Rcac2ad0f2db14d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87028a0454a4a" /><Relationship Type="http://schemas.openxmlformats.org/officeDocument/2006/relationships/notesSlide" Target="/ppt/notesSlides/notesSlide8.xml" Id="Rd28f4df83f0549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6927013c414b8e" /><Relationship Type="http://schemas.openxmlformats.org/officeDocument/2006/relationships/notesSlide" Target="/ppt/notesSlides/notesSlide9.xml" Id="R323d667de1594e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B49A5A-23C7-4437-B50D-7DF4E095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810FD-7E03-43E8-92AF-B6BFA1DA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AI TEAM SYNC 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A803C-B1F3-42B7-BBA1-FE6EC5C8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주요 기능 소개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E37E3-716E-4D00-80AC-7E9CD24F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각 기능별로 한 장씩 설명을 넣고, 오른쪽에는 발표자가 직접 스크린샷을 첨부할 수 있도록 비워둔 PPT 템플릿입니다.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8AEA2-B177-4F7B-B7E9-76A4D200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EF2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9E158-1817-4E13-A3DE-56C82449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1009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기능 설명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D2651-4E6E-4360-9BD3-215A0A8A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31470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ECFE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28DE62-E2F3-4151-BF9A-C8FF89A7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39090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스크린샷 자리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46A792-9B32-45CC-9D1E-EE49F6FD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1470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CFD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EF1FE-E207-4CA7-8E0B-DC50EFBF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90900"/>
            <a:ext cx="1009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발표 멘트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93C640-CBB7-40E5-A320-70B5F917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62050"/>
            <a:ext cx="3314700" cy="36766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7898A7-7502-4099-9AA6-5E2665FA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81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Slide Structure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D7A1D7-EC42-4CEF-BCC3-437C6747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14550"/>
            <a:ext cx="238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1. 기능 이름</a:t>
            </a:r>
          </a:p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2. 핵심 설명 3개</a:t>
            </a:r>
          </a:p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3. 스크린샷 영역</a:t>
            </a:r>
          </a:p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4. 발표 멘트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9339A7-DCD0-40BE-862D-FA73B1FA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AI Team Sync Board · feature walkthrough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C01B65-262D-4500-9529-C0F63E7E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610086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59D2E2-0F82-447E-8D22-3E7A6EC4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AI TEAM SYNC 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60BE2-AD4C-4842-82E8-05B418C5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99CB0-6DE3-4ADC-A8C5-E2739FBA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프로젝트 상태를 처음 확인하는 화면입니다.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89D394-F085-4B67-9C92-B5A987F4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AI Team Sync Board · feature walkthrough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C3827-C7C3-4BFC-B97E-DF1963D7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7EE8A-56A4-4951-8A04-458ADFD6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581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EF2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8E6DD-F7FA-4308-AAD8-953EF66A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1390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Project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9C0A0-D67B-4BF4-B5E3-7038E096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설명 포인트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13552B-F312-4424-9B6C-F7A4AD29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47DB90-D908-4E6E-BA7C-C8794CB7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핵심 지표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214F63-1627-443C-883E-3639434F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Open Tasks, In Progress, Blockers, Open PRs를 카드로 빠르게 확인합니다.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919A5-2508-41B4-8840-5B773373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C74299-3499-4743-96C6-76B000EB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5760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오늘 할 일 시각화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0C9FD6-11A1-483B-8771-B358F008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오늘 볼 작업, 높은 우선순위, 마감 임박, 상태 분포를 요약합니다.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120DF7-A55F-46DD-9F8F-AD3AD48A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1FC338-B4A1-43B4-A4F8-84501CAC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3865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AI 요약 진입점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051787-7F6E-43AC-BACE-DA69CB51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24400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오늘 할 일 생성과 팀 진행 상황 생성을 별도 카드에서 실행합니다.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F160A6-1CF5-4D7F-B5D9-A143481F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4191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30BAE0-3DDF-413C-B8ED-21DFD3C2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발표 멘트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CE77A4-1487-42EC-9A2F-97824AB0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340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팀 상태를 한눈에 보고, 오늘 할 일과 최근 흐름으로 바로 들어가는 첫 화면입니다.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C23C68-FEAA-4437-A49A-F4DE06F7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200150"/>
            <a:ext cx="5829300" cy="4419600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F08171-4664-4174-A43E-E3AF288D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409700"/>
            <a:ext cx="54102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CCD3E4-404A-4580-8302-C9FDD62C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28900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스크린샷 첨부 영역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D794AB-E2AE-4F17-8A78-D06C4974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4800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Dashboard 화면 캡처를 이 프레임에 넣으세요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27AB60-589E-4D2F-ADA6-48850EAC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67250"/>
            <a:ext cx="52578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43570C-FF90-44AB-8704-DA6A03AA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196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추천 캡처 화면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9BC903-91C6-4700-8CD0-4532BB80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00600"/>
            <a:ext cx="358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/dashboard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BD49A7-765E-4D61-87CF-AEEE2A3F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31495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Tip: PowerPoint에서 이 박스를 선택하고 스크린샷으로 교체하면 됩니다.</a:t>
            </a:r>
          </a:p>
        </p:txBody>
      </p:sp>
    </p:spTree>
    <p:extLst>
      <p:ext uri="{BB962C8B-B14F-4D97-AF65-F5344CB8AC3E}">
        <p14:creationId xmlns:p14="http://schemas.microsoft.com/office/powerpoint/2010/main" val="17283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61184D-1D64-42DC-B7F5-B770BD94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AI TEAM SYNC 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E4404-8CA6-4133-8EAD-C0B5BA14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Work Logs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A0595-DBCB-4920-910F-16DDD597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작업 로그를 태스크 관리 목록처럼 검색하고 정리합니다.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3BE74-7206-447D-98E6-C88AE911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AI Team Sync Board · feature walkthrough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6F3EE-257A-410F-AE71-2E96BD39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5E11E-7938-412F-ADAB-509511DC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EF2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F9D2B-E40C-47FA-8B9F-EBEF4DF8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Task 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F0B88-07A4-4C17-982D-BDC57AA3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설명 포인트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779A8D-A90F-4541-B175-D26CC28E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4D17F7-27A3-4EF7-8BBD-BF18A84E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검색과 필터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A8104E-D3AA-49F8-9772-B954CD90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키워드, 타입, 상태, 우선순위, 태그 기준으로 필요한 작업만 찾습니다.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8C698E-232E-4CB5-B0F7-C1EB5052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196BE2-C061-43AF-96DB-F1C7F506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5760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빠른 보기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C941D6-36DE-412F-B421-4E17E421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작업 제목, 상태, 우선순위, 마감, 담당 정보를 리스트에서 바로 봅니다.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66ECB9-B724-471E-9858-872291B3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DE9ABA-1304-43DB-9643-F9C9FF12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3865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태그 기반 탐색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39DA08-F992-4E86-9C77-70774F95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24400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태그를 누르면 관련 작업 목록으로 흐름을 이어갈 수 있습니다.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2D2A9B-1F5A-41EF-A2FC-D27F3ECD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4191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32BA70-3E0D-4852-AD73-2F8AD765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발표 멘트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A5DB42-4C36-4C5D-9E17-2C621609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340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작업 로그를 게시글이 아니라 실제 업무 목록처럼 보고, 필터와 정렬로 빠르게 좁힙니다.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DE3D92-C2AF-4323-BFEC-167A1A7F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200150"/>
            <a:ext cx="5829300" cy="4419600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538C21-D776-443D-BCB1-8938C515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409700"/>
            <a:ext cx="54102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98DD2B-45BA-4B83-8995-C52C389D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28900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스크린샷 첨부 영역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608E3A-51F9-40F2-9EAB-F6F3EDA8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4800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Work Logs 화면 캡처를 이 프레임에 넣으세요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5B1430-99A0-4CC4-AEC8-46016862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67250"/>
            <a:ext cx="52578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605DB8-2AA5-423B-B505-A321DC39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196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추천 캡처 화면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3EC2E2-0DE0-419F-AAA9-682CEB51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00600"/>
            <a:ext cx="358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/posts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97621A-75D3-470F-A12B-027F2F9D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31495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Tip: PowerPoint에서 이 박스를 선택하고 스크린샷으로 교체하면 됩니다.</a:t>
            </a:r>
          </a:p>
        </p:txBody>
      </p:sp>
    </p:spTree>
    <p:extLst>
      <p:ext uri="{BB962C8B-B14F-4D97-AF65-F5344CB8AC3E}">
        <p14:creationId xmlns:p14="http://schemas.microsoft.com/office/powerpoint/2010/main" val="6266746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A071E5-1208-4352-BCBC-D248A9DE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AI TEAM SYNC 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D7DB5-F5C2-4017-A01F-84C3EB23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작업 상세 / 댓글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F8BDE-82C6-4935-BA95-EECD889A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작업 단위의 맥락과 후속 커뮤니케이션을 보존합니다.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6CAB3E-DD09-4144-8358-70E621F2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AI Team Sync Board · feature walkthrough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A6F9F-BF46-4FC3-AD30-783852E7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10866-5EC3-4066-8D1D-DBECB2F8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EF2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21163D-0F5B-46C8-A641-4ADBE782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Work detail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45D99-01A1-432E-A090-F2567CC6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설명 포인트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95BD5-3832-4CE0-994C-DDB0A0A4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92BC0D-C3E0-46EA-95BF-44FCCB76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작업 본문과 메타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29E15B-CD9C-430D-A131-B4234CBD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타입, 상태, 우선순위, 마감, 태그를 작업과 함께 기록합니다.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0D399F-D692-4836-B724-3C015CFF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8C8C07-B42E-4186-96ED-9B2584E0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5760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수정 / 삭제 흐름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9C7C9F-438C-4D52-B8FD-9C5E3B0A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작성자는 작업 로그를 수정하고 최신 상태로 유지할 수 있습니다.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F85994-BCAB-4B8A-8D5C-C3D6FB99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ABBFA2-9118-4380-9D5A-B78BA6E5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3865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댓글 커뮤니케이션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4F8B03-39FE-4958-A900-DC58CA47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24400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작업별 논의 내용을 댓글로 남겨 팀 맥락을 이어갑니다.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1BB37E-85C7-42C9-910A-3303C4F8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4191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3400FA-73E0-475C-98AE-DB29B975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발표 멘트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71DA9B-0165-4AB8-83DB-BA7C2FFA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340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상세 화면은 작업의 본문, 메타 정보, 댓글을 모아서 나중에 AI/RAG 근거로도 활용됩니다.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F231DD-DEC9-4E6E-A3CB-2671B7DA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200150"/>
            <a:ext cx="5829300" cy="4419600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6DE5B8-AEFA-45EB-B883-C4E17BF3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409700"/>
            <a:ext cx="54102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E2DAB5-F6F3-4A45-8599-0CCD7F80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28900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스크린샷 첨부 영역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79ADCD-FFE2-4748-B155-3CE56F09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4800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Work Log Detail 화면 캡처를 이 프레임에 넣으세요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376169-CFFA-4A15-A0CD-D16A2CE4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67250"/>
            <a:ext cx="52578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1E1E28-6FE9-45FE-A6EC-4C305780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196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추천 캡처 화면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3829AC-64FA-4569-94E1-D6A41F39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00600"/>
            <a:ext cx="358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/posts/:postId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506340-58B1-4F44-9883-6B77E6BE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31495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Tip: PowerPoint에서 이 박스를 선택하고 스크린샷으로 교체하면 됩니다.</a:t>
            </a:r>
          </a:p>
        </p:txBody>
      </p:sp>
    </p:spTree>
    <p:extLst>
      <p:ext uri="{BB962C8B-B14F-4D97-AF65-F5344CB8AC3E}">
        <p14:creationId xmlns:p14="http://schemas.microsoft.com/office/powerpoint/2010/main" val="10740387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D5D43D-B666-4CB4-8882-EA82B720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AI TEAM SYNC 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2E547-7BF0-4DF2-903F-E9C5D205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GitHub 연동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87870-8E75-4303-BC10-EF5EE199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개발 진행 신호를 서비스 안에서 함께 확인합니다.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E8AA0-2B80-4045-A7B3-3F460CEB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AI Team Sync Board · feature walkthrough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460C6-ACAD-4E41-BE0F-A030E0FD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5FF1F-801B-40E8-B5CC-8733640C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466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EF2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8F834-1AA3-4322-A673-96E79BE8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1276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GitHub signals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1888D3-BAB0-433F-869D-E086EF6F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설명 포인트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BFD34-DF97-48F3-A9DF-4A6400D5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AE6BD-1453-4D0B-BBE3-CC43D9FB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Issue / PR 수집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A47393-6EDB-41C0-8601-8EACC012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GitHub API를 통해 open issue와 pull request를 가져옵니다.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765948-1264-4468-9C52-005C7E15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D2A2E9-4EE9-43B4-87E9-1810FE93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5760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Commit 활동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7644B5-20CC-4DC8-964F-4E895F01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최근 커밋 메시지와 작성자 정보를 개발 진행 맥락으로 보여줍니다.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A1B8FB-CFB6-43DA-8869-887CC486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54DEED-FBE4-4069-89DB-F4C4349E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3865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AI 요약의 입력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59D332-70FB-4E92-900E-746F279C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24400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수집한 GitHub 신호는 오늘 요약과 팀 요약의 근거로 사용됩니다.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F58ABE-DC13-4254-A074-F362EEB3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4191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E05753-5CDB-4841-BDF9-76C5EC83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발표 멘트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8C0089-CB8D-41C2-A75D-24DC96C2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340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이슈, PR, 커밋을 별도로 열어보지 않아도 프로젝트 진행 신호로 확인할 수 있습니다.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D2E20E-C6C4-4749-99FB-89DE96D7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200150"/>
            <a:ext cx="5829300" cy="4419600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49CF82-2257-4E7E-954E-D4AFD26A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409700"/>
            <a:ext cx="54102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9F3B81-644C-4A25-909E-04E59506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28900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스크린샷 첨부 영역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B4ECA0-56EF-4D07-B2FE-7C07EE0B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4800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GitHub 화면 캡처를 이 프레임에 넣으세요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7B75F9-1776-4159-A371-FD6BE184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67250"/>
            <a:ext cx="52578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A8DDAE-65C7-4BC9-B090-3B1268B1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196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추천 캡처 화면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4B73B3-751C-4EFE-87B1-9B6EAAB8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00600"/>
            <a:ext cx="358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/github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F9E27E-2643-4A34-AF7C-8989D1F6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31495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Tip: PowerPoint에서 이 박스를 선택하고 스크린샷으로 교체하면 됩니다.</a:t>
            </a:r>
          </a:p>
        </p:txBody>
      </p:sp>
    </p:spTree>
    <p:extLst>
      <p:ext uri="{BB962C8B-B14F-4D97-AF65-F5344CB8AC3E}">
        <p14:creationId xmlns:p14="http://schemas.microsoft.com/office/powerpoint/2010/main" val="856424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3B6460-2C24-4AE3-B727-825F4A10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AI TEAM SYNC 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2DAB0-3A69-4B5A-AE4C-E0CC2E90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Notion Docs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2BEC8-545C-49E9-BD08-6AAFCEBE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프로젝트 문서를 목록과 본문 형태로 확인합니다.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150C3-470D-449A-AA57-44933E6B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AI Team Sync Board · feature walkthrough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3E469-9833-4977-8D41-1637F9DC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EE2CD7-67B9-43CE-B1DF-1F965424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EF2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A49A4E-008D-4192-BC1B-DF60E682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Docs viewer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340ED-9CDF-4FB0-ADE3-D86447D6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설명 포인트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3D9693-C456-497A-B67F-B11294F6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A877AB-98DE-4B27-86D1-2386EFCC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문서 목록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0EC40C-CB48-40AD-884D-A3AF3D2F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Notion API에서 문서 목록을 가져와 최근 문서를 탐색합니다.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B28E91-C50D-45A9-8E53-98CA97D6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B816B2-9DD7-4E0B-924B-FF142EA0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5760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본문 렌더링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343012-F8E7-4011-9320-B1579DC0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선택한 문서의 블록을 화면에 읽기 쉬운 형태로 표시합니다.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E95041-A25B-4760-A4E8-9871D966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4DB31F-B110-4D5D-878B-4BB11491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3865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RAG 소스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7D73EC-89F7-4EAF-9298-82595FED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24400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동기화 시 Notion 문서가 검색 가능한 근거 데이터로 저장됩니다.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C6FAC3-02EA-489E-B0C5-6C4ADCCD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4191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9B45CD-B360-4C43-8E0E-C6A4D0E5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발표 멘트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30038E-77BF-4543-A8C2-E7C1D4EA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340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Notion 문서를 앱 안에서 열람하고, 이후 문서 검색과 AI 답변의 자료로 연결합니다.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E827DB-A088-4525-9F9B-A68174F0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200150"/>
            <a:ext cx="5829300" cy="4419600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F5ECF3-230B-4227-940A-30ED9EF7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409700"/>
            <a:ext cx="54102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1B7133-A16B-4581-881B-E7D47254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28900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스크린샷 첨부 영역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D135BE-A060-4097-BE28-9BFB722F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4800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Notion Docs 화면 캡처를 이 프레임에 넣으세요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F51741-DB09-432D-A8A6-69299B89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67250"/>
            <a:ext cx="52578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397A63-6BDF-4F19-A416-B9AB7F97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196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추천 캡처 화면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098C18-CD14-4929-B83B-DAE3A358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00600"/>
            <a:ext cx="358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/notion-docs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5488FF-2ED8-44EA-A8A2-62FDB060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31495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Tip: PowerPoint에서 이 박스를 선택하고 스크린샷으로 교체하면 됩니다.</a:t>
            </a:r>
          </a:p>
        </p:txBody>
      </p:sp>
    </p:spTree>
    <p:extLst>
      <p:ext uri="{BB962C8B-B14F-4D97-AF65-F5344CB8AC3E}">
        <p14:creationId xmlns:p14="http://schemas.microsoft.com/office/powerpoint/2010/main" val="3084704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386C11-2149-4243-A1D3-1797B9BD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AI TEAM SYNC 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C6F90-CD6C-4ACA-A800-5A56D4B6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Ask Docs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BFE3B-AC83-4C21-85A1-8692766F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작업 로그와 문서에서 근거를 찾아 질문에 답합니다.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CB078F-4D23-4A17-A5D4-D7655A5B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AI Team Sync Board · feature walkthrough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E6D16-B04A-4D7A-B6E4-0E6EE002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3011F-BF75-460B-A93F-3D551A2D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EF2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827510-64D1-42AE-BE13-437EA47F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RAG Q&amp;A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4343C5-20E8-4E31-8665-A463D244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설명 포인트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00DE7-1737-4AEC-BA66-5DED8570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5FE371-D98E-4C77-80B6-BD35A403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검색 인덱스 동기화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8508C-E5EE-4C92-85CB-5BB9544C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Notion, Board Posts, GitHub, Git 상태를 문서 chunk로 동기화합니다.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ADBB8D-A3AD-4600-A9BC-AF4640DF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A023CB-D614-472A-9F02-048A0309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5760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근거 기반 답변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7C1058-E397-43C9-B565-C3D5082C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pgvector 유사도 검색으로 질문과 가까운 근거를 찾습니다.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BD6CBF-55EF-4D65-8217-FE986589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C1E74F-67C0-43EC-AB74-92A7179B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3865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References 표시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7DB7EB-33C5-4EDA-A7A5-58179485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24400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답변과 함께 어떤 문서를 참고했는지 근거 목록을 보여줍니다.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492B79-582D-44C0-80D9-B8904307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4191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FB6E34-7082-4412-8153-D174CBF5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발표 멘트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DCECED-F4C6-4CE0-A490-ED8C0B1B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340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먼저 문서를 동기화하고, 질문하면 관련 근거와 함께 AI 답변을 받을 수 있습니다.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329EC1-B251-4C91-BE6A-5C57925A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200150"/>
            <a:ext cx="5829300" cy="4419600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997B31-D0B7-43FE-9247-821F2194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409700"/>
            <a:ext cx="54102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F2A18C-CFE3-4107-8800-865C67E7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28900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스크린샷 첨부 영역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E9D6B5-71FA-433B-8F11-418D5B39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4800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Ask Docs 화면 캡처를 이 프레임에 넣으세요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62DD85-DF41-46FA-B230-7A7B9074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67250"/>
            <a:ext cx="52578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42FA49-D566-4865-A84B-4AA9706E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196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추천 캡처 화면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6123CF-BACE-451F-B3B3-7DF60437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00600"/>
            <a:ext cx="358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/rag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E6D97D-FEF7-490B-BFC7-4D5BAAE2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31495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Tip: PowerPoint에서 이 박스를 선택하고 스크린샷으로 교체하면 됩니다.</a:t>
            </a:r>
          </a:p>
        </p:txBody>
      </p:sp>
    </p:spTree>
    <p:extLst>
      <p:ext uri="{BB962C8B-B14F-4D97-AF65-F5344CB8AC3E}">
        <p14:creationId xmlns:p14="http://schemas.microsoft.com/office/powerpoint/2010/main" val="8417416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1BAAE0-6BA2-4F66-B6B8-DA23EB99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AI TEAM SYNC 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BEA485-EC7F-49FF-9F06-5483136D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AI Briefing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19071-5BD9-47FA-8CBD-099A6F4A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오늘 할 일과 팀 진행 상황을 AI가 정리합니다.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93BD36-DB1A-489B-8B86-52D3BE14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AI Team Sync Board · feature walkthrough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BBBCA-2518-41EA-912A-C05A28DF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92638-E33D-457A-B727-8666883E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EF2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07D6A0-89F2-4642-8804-61871832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1009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AI 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96716F-1569-4238-BDA3-C3A57FF2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설명 포인트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95E6DA-C69C-4DB5-BD7A-A72D90F6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D44454-0706-46EA-A186-844B2564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오늘 할 일 생성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9E7DAD-67C2-4BDC-B4CB-D5846011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현재 사용자 기준으로 우선 처리할 작업과 다음 행동을 제안합니다.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8A7B9E-CA4F-4087-A908-25DB62F0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99BB0F-77AF-4D0E-8762-FFD920EC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5760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팀 진행 상황 생성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57E503-FA95-4E48-B132-98B25214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영역별 진행 상황, 위험 요소, 추천 액션을 요약합니다.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92444F-EFB0-419E-9EC4-75D06CBB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AE02C-1995-42BC-8C9A-8E16C0FC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3865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실패 시 fallback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9E37C1-CBAE-4042-ADDD-5C1EDAE1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24400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LLM 호출 실패 시에도 수집 데이터 기반 기본 요약을 반환합니다.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E436B2-1ADF-486E-A8A3-001C20D0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4191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41352D-D243-426B-B9C7-587AF9F1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발표 멘트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B623F4-270E-4DB9-A080-0C7CF7BF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340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작업 로그, GitHub, Notion 데이터를 모아서 오늘 우선순위와 팀 전체 진행 상황을 요약합니다.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1A3CD1-6BE8-4BFA-839E-F6EDEBC1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200150"/>
            <a:ext cx="5829300" cy="4419600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BF9E8E-EB41-4118-B95A-01B127AB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409700"/>
            <a:ext cx="54102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E3BA6D-B762-445F-874F-31EC121E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28900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스크린샷 첨부 영역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D58694-673E-41E0-93BE-2385A853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4800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AI Briefing 화면 캡처를 이 프레임에 넣으세요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8368D0-DE79-4E1E-8DF1-9C0D9641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67250"/>
            <a:ext cx="52578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60C31A-418E-4246-9D42-CD791B5A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196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추천 캡처 화면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E22285-BB91-4E48-B852-6E180F3A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00600"/>
            <a:ext cx="358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/dashboard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221CEF-F2CA-4CFF-ADBF-39204EF2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31495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Tip: PowerPoint에서 이 박스를 선택하고 스크린샷으로 교체하면 됩니다.</a:t>
            </a:r>
          </a:p>
        </p:txBody>
      </p:sp>
    </p:spTree>
    <p:extLst>
      <p:ext uri="{BB962C8B-B14F-4D97-AF65-F5344CB8AC3E}">
        <p14:creationId xmlns:p14="http://schemas.microsoft.com/office/powerpoint/2010/main" val="11297386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F932D8-4865-4B25-8B6F-A525C763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AI TEAM SYNC 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6A682-0076-450B-BC0D-2C45DE01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Settings / Auth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AF1F0-514A-4806-B335-36031819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계정 정보와 연동 상태를 확인하는 보조 화면입니다.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B0976-6C96-47A8-90CA-379E93CF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AI Team Sync Board · feature walkthrough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E65F5-B80D-4C4D-9709-44C38BFE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80914-5264-4940-90F6-F6452955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EF2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2C0E1-A5E0-47B0-A4E8-57D5440B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Account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81EDF-D8B4-4A5A-AA4E-7B4C4CCB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설명 포인트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473687-C2CF-4DF0-B220-7E854A43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891DA-9720-44F8-9D6A-E1E8075E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로그인 / 회원가입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43EAFF-B887-4358-A67F-334E9886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토큰 기반 인증으로 사용자별 작업 작성과 보호된 API 호출을 처리합니다.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C7206-29C1-424F-8595-F6440313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4ADBC3-CD7C-4479-8C4E-0EE66D70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5760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내 계정 정보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921F5E-8F50-449C-9437-33BEB67D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닉네임, 이메일, GitHub username 등 현재 사용자 정보를 보여줍니다.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63AE81-E9EE-4CB1-809C-406746DF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EBB32A-54CA-4708-A4E6-351D2D08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3865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데모 계정 안내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EDD942-B42C-4EE5-A6A2-F9E14F0C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24400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발표와 테스트를 위해 바로 사용할 수 있는 데모 계정 정보를 제공합니다.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0075D9-4398-472E-AF5A-62C7C7B6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4191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4FD90F-2B47-4187-875C-2B6C4777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발표 멘트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D857EB-A406-46CB-81CE-38DC4323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340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로그인 상태, 계정 정보, 데모 계정, GitHub 사용자 정보를 확인할 수 있습니다.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0A4ABF-34A2-4EFB-AB90-969A68C2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200150"/>
            <a:ext cx="5829300" cy="4419600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845528-D34E-4F29-8B69-C3050596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409700"/>
            <a:ext cx="54102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F5BD8A-3E5A-4E67-8258-7508AF6F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28900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스크린샷 첨부 영역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8AAF24-5C80-4808-9510-16733317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4800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Settings &amp; Login 화면 캡처를 이 프레임에 넣으세요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053720-5666-4AB3-9C8A-AE27B6F1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67250"/>
            <a:ext cx="52578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F20576-6899-45E5-A5BF-CBF9D126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196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추천 캡처 화면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3F1147-4C2E-4AAE-8219-859FFB1E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00600"/>
            <a:ext cx="358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/settings, /login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1CE113-3E87-4DC3-A42C-CA465C9C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31495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Tip: PowerPoint에서 이 박스를 선택하고 스크린샷으로 교체하면 됩니다.</a:t>
            </a:r>
          </a:p>
        </p:txBody>
      </p:sp>
    </p:spTree>
    <p:extLst>
      <p:ext uri="{BB962C8B-B14F-4D97-AF65-F5344CB8AC3E}">
        <p14:creationId xmlns:p14="http://schemas.microsoft.com/office/powerpoint/2010/main" val="16959314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2026-06-17T13:05:21.7450000Z</dcterms:created>
  <dcterms:modified xsi:type="dcterms:W3CDTF">2026-06-17T13:05:21.7450000Z</dcterms:modified>
</coreProperties>
</file>